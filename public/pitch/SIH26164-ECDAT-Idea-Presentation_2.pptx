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1" d="100"/>
          <a:sy n="71" d="100"/>
        </p:scale>
        <p:origin x="924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8/25/2026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8/25/2026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8/25/2026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8/25/2026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52241" y="936772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55510" y="-296679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Internal Hackathon BIT </a:t>
            </a:r>
            <a:r>
              <a:rPr lang="en-US" sz="4000" b="1" dirty="0" err="1">
                <a:solidFill>
                  <a:schemeClr val="tx2"/>
                </a:solidFill>
                <a:latin typeface="Garamond" panose="02020404030301010803" pitchFamily="18" charset="0"/>
              </a:rPr>
              <a:t>Mesra</a:t>
            </a:r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, Deoghar</a:t>
            </a:r>
            <a:b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</a:br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1699934"/>
            <a:ext cx="5924550" cy="5055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endParaRPr lang="en-US" dirty="0"/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SIH26164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 Enterprise Cryptographic Discovery &amp; Analysis Tool (ECDAT)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Theme- Blockchain &amp; Cybersecurity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PS Category- Software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</a:t>
            </a:r>
            <a:r>
              <a:rPr lang="en-US" sz="2400" b="1">
                <a:latin typeface="Arial" panose="020B0604020202020204" pitchFamily="34" charset="0"/>
                <a:cs typeface="Arial" panose="020B0604020202020204" pitchFamily="34" charset="0"/>
              </a:rPr>
              <a:t>ID- 22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Name – ARC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47E1615-64E0-5AD4-9CA0-CFD4AA9E0D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53451" y="4676349"/>
            <a:ext cx="210312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ECDAT — Crypto Discovery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307760" y="1388204"/>
            <a:ext cx="11576477" cy="32894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3200" b="1" u="sng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Inventory crypto in enterprise binaries without execution kits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Unique: IR + AI corroboration + stripped evidence; weak flagged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ARC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C3BDDFD-74D9-B70E-AF9D-312E21C42A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7016" y="3636569"/>
            <a:ext cx="7481456" cy="271997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42365" y="1807515"/>
            <a:ext cx="4811686" cy="32441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Tech Stack: 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Clang LLVM IR 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Next.js prototype 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 err="1">
                <a:latin typeface="Arial" pitchFamily="34" charset="0"/>
                <a:cs typeface="Arial" pitchFamily="34" charset="0"/>
              </a:rPr>
              <a:t>Softmax</a:t>
            </a:r>
            <a:r>
              <a:rPr lang="en-US" sz="2800" dirty="0">
                <a:latin typeface="Arial" pitchFamily="34" charset="0"/>
                <a:cs typeface="Arial" pitchFamily="34" charset="0"/>
              </a:rPr>
              <a:t> logistic regression </a:t>
            </a:r>
          </a:p>
          <a:p>
            <a:pPr algn="just">
              <a:lnSpc>
                <a:spcPct val="150000"/>
              </a:lnSpc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   on CFG/opcode features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ARC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899AF57-F857-1A4A-0D61-B8495D39A6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1286" y="1042597"/>
            <a:ext cx="6632627" cy="507373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23047" y="1807515"/>
            <a:ext cx="9385300" cy="38904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914400" lvl="1" indent="-45720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Following Modern Cryptographic Standards</a:t>
            </a:r>
          </a:p>
          <a:p>
            <a:pPr marL="914400" lvl="1" indent="-45720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Working prototype</a:t>
            </a:r>
          </a:p>
          <a:p>
            <a:pPr marL="914400" lvl="1" indent="-45720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No Sand</a:t>
            </a: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boxing required</a:t>
            </a:r>
          </a:p>
          <a:p>
            <a:pPr marL="914400" lvl="1" indent="-45720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No execution of unknown binaries</a:t>
            </a:r>
          </a:p>
          <a:p>
            <a:pPr marL="914400" lvl="1" indent="-45720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Works offline</a:t>
            </a:r>
          </a:p>
          <a:p>
            <a:pPr marL="914400" lvl="1" indent="-45720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Machine Independent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ARC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1563630"/>
            <a:ext cx="9385300" cy="45368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Audience: NTRO / enterprise App Security </a:t>
            </a: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Know where AES, RSA, TLS, weak hashes live</a:t>
            </a: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“</a:t>
            </a:r>
            <a:r>
              <a:rPr lang="en-IN" sz="2800" dirty="0"/>
              <a:t>where is the crypto, and what is weak?”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Benefits: </a:t>
            </a: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faster crypto audit</a:t>
            </a: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weak-primitive flags</a:t>
            </a: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SBOM-style inventory for compliance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ARC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1492582"/>
            <a:ext cx="9385300" cy="68728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noProof="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Standards Followed</a:t>
            </a:r>
          </a:p>
          <a:p>
            <a:pPr marL="800100" lvl="1" indent="-342900" algn="just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r>
              <a:rPr lang="en-US" sz="2800" noProof="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FIPS-197/180</a:t>
            </a:r>
          </a:p>
          <a:p>
            <a:pPr marL="800100" lvl="1" indent="-342900" algn="just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r>
              <a:rPr lang="en-US" sz="2800" noProof="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RFC 7748 </a:t>
            </a:r>
            <a:endParaRPr lang="en-US" sz="2800" dirty="0">
              <a:solidFill>
                <a:prstClr val="black"/>
              </a:solidFill>
              <a:latin typeface="Arial" pitchFamily="34" charset="0"/>
              <a:cs typeface="Arial" pitchFamily="34" charset="0"/>
            </a:endParaRPr>
          </a:p>
          <a:p>
            <a:pPr marL="800100" lvl="1" indent="-342900" algn="just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r>
              <a:rPr lang="en-US" sz="2800" noProof="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NIST SP</a:t>
            </a:r>
          </a:p>
          <a:p>
            <a:pPr marL="800100" lvl="1" indent="-342900" algn="just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r>
              <a:rPr lang="en-US" sz="2800" noProof="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OpenSSL/</a:t>
            </a:r>
            <a:r>
              <a:rPr lang="en-US" sz="2800" noProof="0" dirty="0" err="1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libsodium</a:t>
            </a:r>
            <a:r>
              <a:rPr lang="en-US" sz="2800" noProof="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 tables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ARC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7514</TotalTime>
  <Words>219</Words>
  <Application>Microsoft Office PowerPoint</Application>
  <PresentationFormat>Widescreen</PresentationFormat>
  <Paragraphs>62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Internal Hackathon BIT Mesra, Deoghar SMART INDIA HACKATHON 2026</vt:lpstr>
      <vt:lpstr> ECDAT — Crypto Discovery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Billy .</cp:lastModifiedBy>
  <cp:revision>156</cp:revision>
  <dcterms:created xsi:type="dcterms:W3CDTF">2013-12-12T18:46:50Z</dcterms:created>
  <dcterms:modified xsi:type="dcterms:W3CDTF">2026-08-25T12:12:59Z</dcterms:modified>
  <cp:category/>
</cp:coreProperties>
</file>