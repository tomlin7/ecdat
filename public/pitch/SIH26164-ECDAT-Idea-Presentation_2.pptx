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1" d="100"/>
          <a:sy n="71" d="100"/>
        </p:scale>
        <p:origin x="924" y="7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52241" y="936772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55510" y="-296679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Internal Hackathon BIT </a:t>
            </a:r>
            <a:r>
              <a:rPr lang="en-US" sz="4000" b="1" dirty="0" err="1">
                <a:solidFill>
                  <a:schemeClr val="tx2"/>
                </a:solidFill>
                <a:latin typeface="Garamond" panose="02020404030301010803" pitchFamily="18" charset="0"/>
              </a:rPr>
              <a:t>Mesra</a:t>
            </a:r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, Deoghar</a:t>
            </a:r>
            <a:b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</a:br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1699934"/>
            <a:ext cx="5924550" cy="5055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endParaRPr lang="en-US" dirty="0"/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SIH26164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Enterprise Cryptographic Discovery &amp; Analysis Tool (ECDAT)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Blockchain &amp; Cybersecurity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</a:t>
            </a:r>
            <a:r>
              <a:rPr lang="en-US" sz="2400" b="1">
                <a:latin typeface="Arial" panose="020B0604020202020204" pitchFamily="34" charset="0"/>
                <a:cs typeface="Arial" panose="020B0604020202020204" pitchFamily="34" charset="0"/>
              </a:rPr>
              <a:t>ID- 22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– ARC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7E1615-64E0-5AD4-9CA0-CFD4AA9E0D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53451" y="4676349"/>
            <a:ext cx="210312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ECDAT — Crypto Discovery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07760" y="1909567"/>
            <a:ext cx="11576477" cy="4278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32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Three static channels: LLVM IR FIPS/RFC tables, CFG softmax model, raw-byte S-box/K[]/sigma scan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Addresses NTRO need: inventory crypto in enterprise binaries without execution or evasion kits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Unique: IR + AI corroboration + stripped ELF/PE/.so evidence; weak MD5/SHA-1/CRC flagged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ARC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Tech: Clang LLVM IR · TypeScript/Next.js workbench · softmax logistic regression on CFG/opcode features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Flow: ingest .ll/.o/PE → IR signatures + ML + byte-scan → fused findings → JSON/HTML inventory export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ARC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2677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Feasible now: live workbench; npm run verify:all green (corpus + vendor holdout)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Risks: stripped firmware without IR; lab-sized ML train set vs OpenSSL/libsodium wild binaries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Mitigate: byte-scan on blobs today; expand vendor IR holdout; roadmap firmware/PE IR lift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ARC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Audience: NTRO / enterprise AppSec — know where AES, RSA, TLS, weak hashes live in assets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Benefits: faster crypto audit, weak-primitive flags, SBOM-style inventory for compliance &amp; risk reduction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ARC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FIPS-197/180 · RFC 7748 · NIST SP 800-38D/90A · OpenSSL/libsodium tables · SIH26164 NTRO brief · live ECDAT prototype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ARC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7494</TotalTime>
  <Words>327</Words>
  <Application>Microsoft Office PowerPoint</Application>
  <PresentationFormat>Widescreen</PresentationFormat>
  <Paragraphs>49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Internal Hackathon BIT Mesra, Deoghar SMART INDIA HACKATHON 2026</vt:lpstr>
      <vt:lpstr> ECDAT — Crypto Discovery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Billy .</cp:lastModifiedBy>
  <cp:revision>155</cp:revision>
  <dcterms:created xsi:type="dcterms:W3CDTF">2013-12-12T18:46:50Z</dcterms:created>
  <dcterms:modified xsi:type="dcterms:W3CDTF">2026-08-25T10:29:02Z</dcterms:modified>
  <cp:category/>
</cp:coreProperties>
</file>