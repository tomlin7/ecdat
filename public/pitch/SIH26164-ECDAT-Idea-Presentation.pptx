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93677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5510" y="-29667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Internal Hackathon BIT </a:t>
            </a:r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Mesra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, Deoghar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Enterprise Cryptographic Discovery &amp; Analysis Tool (ECDAT)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[Portal Team ID]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ECDAT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7E1615-64E0-5AD4-9CA0-CFD4AA9E0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451" y="4676349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ECDAT — Crypto Discovery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Three static channels: LLVM IR FIPS/RFC tables, CFG softmax model, raw-byte S-box/K[]/sigma scan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Addresses NTRO need: inventory crypto in enterprise binaries without execution or evasion kits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Unique: IR + AI corroboration + stripped ELF/PE/.so evidence; weak MD5/SHA-1/CRC flagged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Tech: Clang LLVM IR · TypeScript/Next.js workbench · softmax logistic regression on CFG/opcode features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Flow: ingest .ll/.o/PE → IR signatures + ML + byte-scan → fused findings → JSON/HTML inventory export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Feasible now: live workbench; npm run verify:all green (corpus + vendor holdout)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Risks: stripped firmware without IR; lab-sized ML train set vs OpenSSL/libsodium wild binaries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Mitigate: byte-scan on blobs today; expand vendor IR holdout; roadmap firmware/PE IR lift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Audience: NTRO / enterprise AppSec — know where AES, RSA, TLS, weak hashes live in assets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Benefits: faster crypto audit, weak-primitive flags, SBOM-style inventory for compliance &amp; risk reduction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FIPS-197/180 · RFC 7748 · NIST SP 800-38D/90A · OpenSSL/libsodium tables · SIH26164 NTRO brief · live ECDAT prototype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7491</TotalTime>
  <Words>345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Internal Hackathon BIT Mesra, Deoghar 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Apurvanand Sahay</cp:lastModifiedBy>
  <cp:revision>150</cp:revision>
  <dcterms:created xsi:type="dcterms:W3CDTF">2013-12-12T18:46:50Z</dcterms:created>
  <dcterms:modified xsi:type="dcterms:W3CDTF">2026-08-18T07:45:35Z</dcterms:modified>
  <cp:category/>
</cp:coreProperties>
</file>